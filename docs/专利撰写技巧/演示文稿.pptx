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汉仪旗黑KW 55S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terms:created xsi:type="dcterms:W3CDTF">2022-03-22T11:23:58Z</dcterms:created>
  <dcterms:modified xsi:type="dcterms:W3CDTF">2022-03-22T11:23:58Z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B75C98F4C40948689CB49D1002CA5FAC</vt:lpwstr>
  </property>
</Properties>
</file>