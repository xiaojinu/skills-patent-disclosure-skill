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77" d="100"/>
          <a:sy n="77" d="100"/>
        </p:scale>
        <p:origin x="84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022A8-1F08-E29E-59FA-88082FD24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BCC347-FAED-0F70-D9C7-3155A5A83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8DE4B6-5358-3293-CB50-56C2ADE9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D5737-DC5F-E800-4251-EE977E44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CC866-3ACD-2EB7-2349-7DF2A8FC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42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72F48-4251-E52B-B3DA-99F91559A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74692-F287-7940-108D-CDFF1B7A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032089-C186-89DE-30C2-F18933A5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E1ADD-8D14-B099-1019-23090F3A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3B86CF-DDC6-C74D-491B-6C0A9F88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88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643D8-3204-C945-C461-9079D8DE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C2A2C2-FB4D-883D-2591-5D1CED44F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460FE-34FB-3833-C120-05C97FE6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AE01BA-C463-98FD-7E0B-54E992A8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AA19B4-FEF4-F6D0-FDC3-4B75C0FA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17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E6DBA-8A5E-4726-3731-AD8C074A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7D2DCC-20B6-EA66-BFD0-456CA681A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23014D-454E-9760-3BD8-8C3D50CC3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6F7B14-2C11-C42A-25A1-ECCE9C6A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F271E2-C136-9344-EFB4-F4DD60C1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708ED8-7B8A-1E78-F08A-8DA10ED0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4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11010-E4F5-373A-85CF-587B4BD1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82DC34-EC6D-E7C7-AD26-AA19E069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B2C653-3C3B-8933-DD2F-B6D1B5AC6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C194C3-C89A-02F5-C7CD-1AA137532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8A3F59-49E8-F4DF-E579-82D73962C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974B6B-6013-84CB-A426-A697A6A2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8BEA14-FA28-5857-DC37-249EC4CC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1449C4-0286-76BC-78ED-A8293D84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29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935B9-517D-29F0-1B92-878C6AC4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062846-FD0B-C01F-4603-A1634964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3EB717-AB8C-F606-185A-D393E377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4DB0C2-460E-5E6C-86E6-1155BC91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42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3F7328-7B7F-9623-7EFD-C905670B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3CB9C2-D56E-34AE-FA64-AC9C104F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B12F07-EBAC-57D1-B337-7FDF05B5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25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8C336-8CAB-04D2-97B2-D196A06F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1B895-ED8D-29E3-B85F-9C6D4514A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7C3FBA-5CC7-9FDB-A163-5E6C11BF6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5658BD-4497-5A1C-A052-51BC25AE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4D6429-0AD1-F23D-4CF4-301BFC4D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4FFD20-0100-59E0-AE26-F3C44389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437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F5711-45B0-BDC1-E1A5-8597C275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8FBF35-06E9-C87E-02FA-5CE56BF31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663573-EE90-C7BE-923A-5BA5B8507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6C1F55-DF4D-AAF5-B910-341125E7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1B8D74-1D15-0FCF-6D27-A38F1FF9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FB079B-9549-B09D-9E77-5F0AE2E3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29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10515-F763-BFA8-E323-85B05117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9BB3F-238A-A5E4-2E05-9F295270A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C45EF1-DE3D-BCDC-8924-AB87F380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E22B3-78B5-50A2-FE08-1DF499278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3E42A5-B081-EC8C-709A-2397CEA0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63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26AC7F-D62A-F8E1-2D84-0378B3A8A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1C8AB0-EC2B-F35E-22DC-DF53C81E1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1AE08-12B4-6AFE-7858-7F5B4DBA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9633C-9303-F13E-32D6-561C853C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EFFF6-B34C-5C31-1BB5-D67A7ABD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31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B70F24-4FBB-CF00-1144-B9F76C9C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C4FC43-340B-B2A6-7BC4-AB73296F9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339A1-897E-1E59-13DF-7CF396844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13EF-E9D3-4E64-90A2-CDDD4793969B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90863-2424-FFEB-2D48-2EA538DFE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6E0FAF-D4F0-069C-22E3-2F084D56A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0B871-237A-4593-9932-2FA7733A9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23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57F9-94E0-9E27-1BE2-EA1E1E62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557748-F765-CB04-54C8-F63CD6FE1919}"/>
              </a:ext>
            </a:extLst>
          </p:cNvPr>
          <p:cNvGrpSpPr/>
          <p:nvPr/>
        </p:nvGrpSpPr>
        <p:grpSpPr>
          <a:xfrm>
            <a:off x="4220546" y="5790418"/>
            <a:ext cx="491413" cy="576170"/>
            <a:chOff x="2687216" y="773659"/>
            <a:chExt cx="491413" cy="576170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B6FBCB49-1BAE-ACBA-C07B-181899A97521}"/>
                </a:ext>
              </a:extLst>
            </p:cNvPr>
            <p:cNvCxnSpPr/>
            <p:nvPr/>
          </p:nvCxnSpPr>
          <p:spPr>
            <a:xfrm>
              <a:off x="2687216" y="783771"/>
              <a:ext cx="217715" cy="5660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6E9778D-1290-856E-06E0-7BDBEB0FFFD8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7913E59-D09C-5D16-2C87-2B63EFA9CC99}"/>
              </a:ext>
            </a:extLst>
          </p:cNvPr>
          <p:cNvGrpSpPr/>
          <p:nvPr/>
        </p:nvGrpSpPr>
        <p:grpSpPr>
          <a:xfrm>
            <a:off x="6640283" y="5975084"/>
            <a:ext cx="606492" cy="496850"/>
            <a:chOff x="2572137" y="646141"/>
            <a:chExt cx="606492" cy="496850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9D930746-76F6-E629-D44F-925EF3FAD6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2137" y="646141"/>
              <a:ext cx="441651" cy="2550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25A024B-E6AE-B4E5-8E78-CEC5AD7E2DDA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B0D5C1C-9CA8-72C5-66D1-702C6773A1DC}"/>
              </a:ext>
            </a:extLst>
          </p:cNvPr>
          <p:cNvGrpSpPr/>
          <p:nvPr/>
        </p:nvGrpSpPr>
        <p:grpSpPr>
          <a:xfrm>
            <a:off x="8173613" y="5471240"/>
            <a:ext cx="332794" cy="612319"/>
            <a:chOff x="2845835" y="530672"/>
            <a:chExt cx="332794" cy="612319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27D077DA-07F1-46F7-0CCC-7F8ECF4A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5835" y="530672"/>
              <a:ext cx="3112" cy="4859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9E4D926-DA36-58BE-F733-012006483D9D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734F73F-485A-9C79-837B-52F3D6C76FF4}"/>
              </a:ext>
            </a:extLst>
          </p:cNvPr>
          <p:cNvGrpSpPr/>
          <p:nvPr/>
        </p:nvGrpSpPr>
        <p:grpSpPr>
          <a:xfrm>
            <a:off x="9030471" y="5431198"/>
            <a:ext cx="332794" cy="555935"/>
            <a:chOff x="9030471" y="5431198"/>
            <a:chExt cx="332794" cy="555935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FC4D885A-B46E-AB28-4ED9-364455CE2293}"/>
                </a:ext>
              </a:extLst>
            </p:cNvPr>
            <p:cNvCxnSpPr>
              <a:cxnSpLocks/>
            </p:cNvCxnSpPr>
            <p:nvPr/>
          </p:nvCxnSpPr>
          <p:spPr>
            <a:xfrm>
              <a:off x="9030471" y="5431198"/>
              <a:ext cx="0" cy="5559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CE3D1E8-5B09-C318-D20C-0BFD63437A49}"/>
                </a:ext>
              </a:extLst>
            </p:cNvPr>
            <p:cNvSpPr txBox="1"/>
            <p:nvPr/>
          </p:nvSpPr>
          <p:spPr>
            <a:xfrm>
              <a:off x="9033583" y="5431198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B63C0B9-049A-B7F2-AC0B-D6B2988C494F}"/>
              </a:ext>
            </a:extLst>
          </p:cNvPr>
          <p:cNvGrpSpPr/>
          <p:nvPr/>
        </p:nvGrpSpPr>
        <p:grpSpPr>
          <a:xfrm>
            <a:off x="9920002" y="5733270"/>
            <a:ext cx="598708" cy="369332"/>
            <a:chOff x="9920002" y="5733270"/>
            <a:chExt cx="598708" cy="369332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FC5D3AC-60C2-EE48-55C0-9C9F46681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20002" y="6102602"/>
              <a:ext cx="5987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8BD02FA-5956-6B31-290C-2B1FF6AF15D0}"/>
                </a:ext>
              </a:extLst>
            </p:cNvPr>
            <p:cNvSpPr txBox="1"/>
            <p:nvPr/>
          </p:nvSpPr>
          <p:spPr>
            <a:xfrm>
              <a:off x="10054515" y="5733270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4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CD3AED1-9885-5D5D-5784-8C729943B333}"/>
              </a:ext>
            </a:extLst>
          </p:cNvPr>
          <p:cNvGrpSpPr/>
          <p:nvPr/>
        </p:nvGrpSpPr>
        <p:grpSpPr>
          <a:xfrm>
            <a:off x="9923099" y="5088693"/>
            <a:ext cx="595611" cy="382547"/>
            <a:chOff x="9923099" y="5088693"/>
            <a:chExt cx="595611" cy="382547"/>
          </a:xfrm>
        </p:grpSpPr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F9B7CC96-14CE-7BD0-9BC5-B4C84AE64064}"/>
                </a:ext>
              </a:extLst>
            </p:cNvPr>
            <p:cNvCxnSpPr>
              <a:cxnSpLocks/>
            </p:cNvCxnSpPr>
            <p:nvPr/>
          </p:nvCxnSpPr>
          <p:spPr>
            <a:xfrm>
              <a:off x="9923099" y="5471240"/>
              <a:ext cx="5956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B8FE3A8-7BD0-BE9F-8AD0-F985AC0465F3}"/>
                </a:ext>
              </a:extLst>
            </p:cNvPr>
            <p:cNvSpPr txBox="1"/>
            <p:nvPr/>
          </p:nvSpPr>
          <p:spPr>
            <a:xfrm>
              <a:off x="10054515" y="5088693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90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A3D8E-A587-68F0-B3BD-543DFD92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D33ACC-7FB1-AF3B-D9B5-2815B6A0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92" y="285945"/>
            <a:ext cx="7141919" cy="413054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8335F74-E241-7ED0-5C4F-C30A6DAB7CE4}"/>
              </a:ext>
            </a:extLst>
          </p:cNvPr>
          <p:cNvSpPr txBox="1"/>
          <p:nvPr/>
        </p:nvSpPr>
        <p:spPr>
          <a:xfrm>
            <a:off x="7322311" y="827315"/>
            <a:ext cx="39597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红色箭头指向的地方有以下问题</a:t>
            </a:r>
            <a:endParaRPr lang="en-US" altLang="zh-CN" sz="1400" dirty="0"/>
          </a:p>
          <a:p>
            <a:r>
              <a:rPr lang="en-US" altLang="zh-CN" sz="1400" dirty="0"/>
              <a:t>1.</a:t>
            </a:r>
            <a:r>
              <a:rPr lang="zh-CN" altLang="en-US" sz="1400" dirty="0"/>
              <a:t> 箭头被遮挡，文字太拥挤，文字空隙太小</a:t>
            </a:r>
            <a:endParaRPr lang="en-US" altLang="zh-CN" sz="1400" dirty="0"/>
          </a:p>
          <a:p>
            <a:r>
              <a:rPr lang="en-US" altLang="zh-CN" sz="1400" dirty="0"/>
              <a:t>2.</a:t>
            </a:r>
            <a:r>
              <a:rPr lang="zh-CN" altLang="en-US" sz="1400" dirty="0"/>
              <a:t>文字相互重叠，箭头被遮挡，不知道箭头</a:t>
            </a:r>
            <a:endParaRPr lang="en-US" altLang="zh-CN" sz="1400" dirty="0"/>
          </a:p>
          <a:p>
            <a:r>
              <a:rPr lang="zh-CN" altLang="en-US" sz="1400" dirty="0"/>
              <a:t>从哪里连接到哪里</a:t>
            </a:r>
            <a:endParaRPr lang="en-US" altLang="zh-CN" sz="1400" dirty="0"/>
          </a:p>
          <a:p>
            <a:r>
              <a:rPr lang="en-US" altLang="zh-CN" sz="1400" dirty="0"/>
              <a:t>3. </a:t>
            </a:r>
            <a:r>
              <a:rPr lang="zh-CN" altLang="en-US" sz="1400" dirty="0"/>
              <a:t>方框没有在水平方向或者垂直方向做中心对齐</a:t>
            </a:r>
            <a:endParaRPr lang="en-US" altLang="zh-CN" sz="1400" dirty="0"/>
          </a:p>
          <a:p>
            <a:r>
              <a:rPr lang="en-US" altLang="zh-CN" sz="1400" dirty="0"/>
              <a:t> </a:t>
            </a:r>
            <a:endParaRPr lang="zh-CN" altLang="en-US" sz="14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6948A06-0D86-16AC-6ADC-28C88AF2E1FD}"/>
              </a:ext>
            </a:extLst>
          </p:cNvPr>
          <p:cNvGrpSpPr/>
          <p:nvPr/>
        </p:nvGrpSpPr>
        <p:grpSpPr>
          <a:xfrm>
            <a:off x="2687216" y="773659"/>
            <a:ext cx="491413" cy="576170"/>
            <a:chOff x="2687216" y="773659"/>
            <a:chExt cx="491413" cy="576170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1C59D4D3-E9D0-58FE-065F-160B82A9441C}"/>
                </a:ext>
              </a:extLst>
            </p:cNvPr>
            <p:cNvCxnSpPr/>
            <p:nvPr/>
          </p:nvCxnSpPr>
          <p:spPr>
            <a:xfrm>
              <a:off x="2687216" y="783771"/>
              <a:ext cx="217715" cy="56605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702FF61-F914-CCA7-7BE0-BF9259BCF708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940B413-441D-9D0F-4F57-1D0D8F3D6ED8}"/>
              </a:ext>
            </a:extLst>
          </p:cNvPr>
          <p:cNvGrpSpPr/>
          <p:nvPr/>
        </p:nvGrpSpPr>
        <p:grpSpPr>
          <a:xfrm>
            <a:off x="2242455" y="2232345"/>
            <a:ext cx="606492" cy="496850"/>
            <a:chOff x="2572137" y="646141"/>
            <a:chExt cx="606492" cy="496850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0BF97CB-E224-18B3-952B-58FB2D9C4B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2137" y="646141"/>
              <a:ext cx="441651" cy="2550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74CAF91-D844-80B3-2325-3245F86662FA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23A9AC4-423C-9529-9DF5-8F8510A3EF85}"/>
              </a:ext>
            </a:extLst>
          </p:cNvPr>
          <p:cNvGrpSpPr/>
          <p:nvPr/>
        </p:nvGrpSpPr>
        <p:grpSpPr>
          <a:xfrm>
            <a:off x="4785493" y="1627534"/>
            <a:ext cx="887518" cy="538314"/>
            <a:chOff x="1799698" y="604677"/>
            <a:chExt cx="887518" cy="538314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6C3A799E-4221-5547-E046-25CF2D7984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99698" y="783771"/>
              <a:ext cx="887518" cy="3592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F027D43-4108-9137-D399-8118F8749A0F}"/>
                </a:ext>
              </a:extLst>
            </p:cNvPr>
            <p:cNvSpPr txBox="1"/>
            <p:nvPr/>
          </p:nvSpPr>
          <p:spPr>
            <a:xfrm>
              <a:off x="2243457" y="604677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E318E0E-E0E2-D7C1-FBE1-0B7B4673D163}"/>
              </a:ext>
            </a:extLst>
          </p:cNvPr>
          <p:cNvGrpSpPr/>
          <p:nvPr/>
        </p:nvGrpSpPr>
        <p:grpSpPr>
          <a:xfrm>
            <a:off x="2845835" y="2910749"/>
            <a:ext cx="332794" cy="612319"/>
            <a:chOff x="2845835" y="530672"/>
            <a:chExt cx="332794" cy="612319"/>
          </a:xfrm>
        </p:grpSpPr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F53F8746-1F3C-7469-4CFF-356015FC7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5835" y="530672"/>
              <a:ext cx="3112" cy="4859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B7B440A-D27B-B851-C6CB-02C8D52D851C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4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493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C81AEFB-8079-C233-D7D8-B5FB69BC4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7" y="377872"/>
            <a:ext cx="7464490" cy="3274285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9C578E9E-0431-00B8-A882-58B582868FA4}"/>
              </a:ext>
            </a:extLst>
          </p:cNvPr>
          <p:cNvGrpSpPr/>
          <p:nvPr/>
        </p:nvGrpSpPr>
        <p:grpSpPr>
          <a:xfrm>
            <a:off x="2387075" y="722349"/>
            <a:ext cx="329682" cy="567206"/>
            <a:chOff x="9030471" y="5431198"/>
            <a:chExt cx="329682" cy="567206"/>
          </a:xfrm>
        </p:grpSpPr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CBB6C39-756D-3472-1C1A-8BEB183FE963}"/>
                </a:ext>
              </a:extLst>
            </p:cNvPr>
            <p:cNvCxnSpPr>
              <a:cxnSpLocks/>
            </p:cNvCxnSpPr>
            <p:nvPr/>
          </p:nvCxnSpPr>
          <p:spPr>
            <a:xfrm>
              <a:off x="9030471" y="5431198"/>
              <a:ext cx="0" cy="5559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A7D8313-802F-407E-F41F-C426B465D777}"/>
                </a:ext>
              </a:extLst>
            </p:cNvPr>
            <p:cNvSpPr txBox="1"/>
            <p:nvPr/>
          </p:nvSpPr>
          <p:spPr>
            <a:xfrm>
              <a:off x="9030471" y="5629072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5BFA99-FDF6-095F-391A-9C482773D916}"/>
              </a:ext>
            </a:extLst>
          </p:cNvPr>
          <p:cNvGrpSpPr/>
          <p:nvPr/>
        </p:nvGrpSpPr>
        <p:grpSpPr>
          <a:xfrm>
            <a:off x="2985793" y="1957866"/>
            <a:ext cx="696689" cy="369332"/>
            <a:chOff x="2407296" y="588993"/>
            <a:chExt cx="696689" cy="369332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AB893A5-842C-FEE8-4DA6-461C87926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2137" y="696303"/>
              <a:ext cx="531848" cy="2048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1B94062-6EDE-5BCD-F85E-673F1F8D671B}"/>
                </a:ext>
              </a:extLst>
            </p:cNvPr>
            <p:cNvSpPr txBox="1"/>
            <p:nvPr/>
          </p:nvSpPr>
          <p:spPr>
            <a:xfrm>
              <a:off x="2407296" y="588993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14F11CE6-8151-1114-01C7-AA78EC7D139E}"/>
              </a:ext>
            </a:extLst>
          </p:cNvPr>
          <p:cNvSpPr txBox="1"/>
          <p:nvPr/>
        </p:nvSpPr>
        <p:spPr>
          <a:xfrm>
            <a:off x="7762147" y="1000316"/>
            <a:ext cx="47724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红色箭头指向的地方有以下问题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红色箭头</a:t>
            </a:r>
            <a:r>
              <a:rPr lang="en-US" altLang="zh-CN" sz="1400" dirty="0"/>
              <a:t>1</a:t>
            </a:r>
            <a:r>
              <a:rPr lang="zh-CN" altLang="en-US" sz="1400" dirty="0"/>
              <a:t>、</a:t>
            </a:r>
            <a:r>
              <a:rPr lang="en-US" altLang="zh-CN" sz="1400" dirty="0"/>
              <a:t>3</a:t>
            </a:r>
            <a:r>
              <a:rPr lang="zh-CN" altLang="en-US" sz="1400" dirty="0"/>
              <a:t>：方框没有在水平方向或者垂直方向做</a:t>
            </a:r>
            <a:endParaRPr lang="en-US" altLang="zh-CN" sz="1400" dirty="0"/>
          </a:p>
          <a:p>
            <a:r>
              <a:rPr lang="zh-CN" altLang="en-US" sz="1400" dirty="0"/>
              <a:t>中心对齐，导致本来是直线的箭头出现了转折箭头</a:t>
            </a:r>
            <a:endParaRPr lang="en-US" altLang="zh-CN" sz="1400" dirty="0"/>
          </a:p>
          <a:p>
            <a:r>
              <a:rPr lang="en-US" altLang="zh-CN" sz="1400" dirty="0"/>
              <a:t>2. </a:t>
            </a:r>
            <a:r>
              <a:rPr lang="zh-CN" altLang="en-US" sz="1400" dirty="0"/>
              <a:t>红色箭头</a:t>
            </a:r>
            <a:r>
              <a:rPr lang="en-US" altLang="zh-CN" sz="1400" dirty="0"/>
              <a:t>2</a:t>
            </a:r>
            <a:r>
              <a:rPr lang="zh-CN" altLang="en-US" sz="1400" dirty="0"/>
              <a:t>交叉处没有添加圆弧，不知道箭头从哪里连接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zh-CN" altLang="en-US" sz="1400" dirty="0"/>
              <a:t>到哪里</a:t>
            </a:r>
            <a:endParaRPr lang="en-US" altLang="zh-CN" sz="1400" dirty="0"/>
          </a:p>
          <a:p>
            <a:r>
              <a:rPr lang="en-US" altLang="zh-CN" sz="1400" dirty="0"/>
              <a:t> </a:t>
            </a:r>
            <a:endParaRPr lang="zh-CN" altLang="en-US" sz="14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454BA76-98A0-E945-6B2B-8E292CE9B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46" y="3759468"/>
            <a:ext cx="8745895" cy="2464806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50FDDC99-EA5E-F442-D430-F1A39BA55DE4}"/>
              </a:ext>
            </a:extLst>
          </p:cNvPr>
          <p:cNvGrpSpPr/>
          <p:nvPr/>
        </p:nvGrpSpPr>
        <p:grpSpPr>
          <a:xfrm>
            <a:off x="5360430" y="4435936"/>
            <a:ext cx="332794" cy="555935"/>
            <a:chOff x="9030471" y="5431198"/>
            <a:chExt cx="332794" cy="555935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FBE19486-777B-3796-7280-92315D079E78}"/>
                </a:ext>
              </a:extLst>
            </p:cNvPr>
            <p:cNvCxnSpPr>
              <a:cxnSpLocks/>
            </p:cNvCxnSpPr>
            <p:nvPr/>
          </p:nvCxnSpPr>
          <p:spPr>
            <a:xfrm>
              <a:off x="9030471" y="5431198"/>
              <a:ext cx="0" cy="5559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4DB66CB-769D-3825-8234-1F79F841C392}"/>
                </a:ext>
              </a:extLst>
            </p:cNvPr>
            <p:cNvSpPr txBox="1"/>
            <p:nvPr/>
          </p:nvSpPr>
          <p:spPr>
            <a:xfrm>
              <a:off x="9033583" y="5431198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3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694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D864-C7C2-2530-85C6-FFD1A0E8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EB2F24-A713-800C-65A9-27644C8E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04" y="337984"/>
            <a:ext cx="6599853" cy="25189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E98089D-3714-2B80-9D48-3765437ED00F}"/>
              </a:ext>
            </a:extLst>
          </p:cNvPr>
          <p:cNvSpPr txBox="1"/>
          <p:nvPr/>
        </p:nvSpPr>
        <p:spPr>
          <a:xfrm>
            <a:off x="7314278" y="664414"/>
            <a:ext cx="3139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红色箭头指向的地方有以下问题</a:t>
            </a:r>
            <a:endParaRPr lang="en-US" altLang="zh-CN" sz="1400" dirty="0"/>
          </a:p>
          <a:p>
            <a:pPr marL="342900" indent="-342900">
              <a:buAutoNum type="arabicPeriod"/>
            </a:pPr>
            <a:r>
              <a:rPr lang="zh-CN" altLang="en-US" sz="1400" dirty="0"/>
              <a:t>红色箭头</a:t>
            </a:r>
            <a:r>
              <a:rPr lang="en-US" altLang="zh-CN" sz="1400" dirty="0"/>
              <a:t>1</a:t>
            </a:r>
            <a:r>
              <a:rPr lang="zh-CN" altLang="en-US" sz="1400" dirty="0"/>
              <a:t>方框与箭头出现了交叉</a:t>
            </a:r>
            <a:endParaRPr lang="en-US" altLang="zh-CN" sz="14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26DE259-77AB-4904-BC81-A48017864DD1}"/>
              </a:ext>
            </a:extLst>
          </p:cNvPr>
          <p:cNvGrpSpPr/>
          <p:nvPr/>
        </p:nvGrpSpPr>
        <p:grpSpPr>
          <a:xfrm>
            <a:off x="4136568" y="1956709"/>
            <a:ext cx="332794" cy="612319"/>
            <a:chOff x="2845835" y="530672"/>
            <a:chExt cx="332794" cy="612319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6ABF9627-7E8E-F2B1-07EB-0CE185837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5835" y="530672"/>
              <a:ext cx="3112" cy="48597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8DEAFB8-8050-98DA-0678-2B73B9B53ECB}"/>
                </a:ext>
              </a:extLst>
            </p:cNvPr>
            <p:cNvSpPr txBox="1"/>
            <p:nvPr/>
          </p:nvSpPr>
          <p:spPr>
            <a:xfrm>
              <a:off x="2848947" y="773659"/>
              <a:ext cx="329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1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03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138</Words>
  <Application>Microsoft Office PowerPoint</Application>
  <PresentationFormat>宽屏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 you</dc:creator>
  <cp:lastModifiedBy>ren you</cp:lastModifiedBy>
  <cp:revision>1</cp:revision>
  <dcterms:created xsi:type="dcterms:W3CDTF">2025-05-17T08:50:59Z</dcterms:created>
  <dcterms:modified xsi:type="dcterms:W3CDTF">2025-05-17T09:22:28Z</dcterms:modified>
</cp:coreProperties>
</file>